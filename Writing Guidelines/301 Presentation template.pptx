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0" autoAdjust="0"/>
    <p:restoredTop sz="94660"/>
  </p:normalViewPr>
  <p:slideViewPr>
    <p:cSldViewPr snapToGrid="0">
      <p:cViewPr varScale="1">
        <p:scale>
          <a:sx n="97" d="100"/>
          <a:sy n="97" d="100"/>
        </p:scale>
        <p:origin x="32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DF18-F6F7-4957-B828-BE3F347CB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CAD34-9988-4EF9-8F2C-BA82B8220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BA89F-E011-4BB2-AEA0-58737B70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195C5-C7AC-4248-9482-132E8194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DAD5F-3AA6-4E4B-92B0-7CB12157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1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CF83-0ED1-4D7B-B648-F3F2A04C6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454AA-616E-45BD-B7FA-427076449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7CEE4-2E8E-4E89-A45B-08BA9848D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8A398-3966-4351-AABC-9104E7C9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5C82C-2FCC-4747-A766-41B43F2F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1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702A4-0EB0-44D5-9D64-F7DB21995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D783B-BB5A-4737-B70C-41E47E4B0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48620-32E2-4368-A512-D4A115D7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B5D16-54A2-48EB-9F6D-DA1B3C13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BCF3E-8C6A-4E29-9782-76A9057B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3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5D038-3550-4B07-9BD1-BD09F54F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1D85-B548-41DA-9D0A-726C5DF44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497C5-FAFC-43F6-9BCA-F3AE12C4F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8BAA-28B1-4E44-9EBE-35C08C03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25DF0-3AF9-43AB-BBAB-83CCB6A9A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463E8-F8ED-4128-8C0D-BBB9C4F16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D43F-248A-40A7-9454-76EDD239E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80E86-1867-4A20-9A4E-B6FE8C422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696BB-7DAE-490A-B3A1-FBD467BAF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57EAF-AB47-44EB-937B-0528829525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4C34B-B971-4D91-87DE-6AC5E4147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1D1D8-311A-4A5C-9136-37A06849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4786E-633F-473F-9ADE-0875DDF1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955FF8-44E8-4C43-A5BC-5AD935C7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18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90FF-A5E4-49F9-8C23-E008983CC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E298C-38D0-4C09-A2E8-08B573A45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97627-F326-4C60-8AFB-E9D4291F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F9BB3-4E0D-4B67-958E-9D091E8A3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6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E0879-F8B2-4997-9AF4-6D1E44EC8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E33D-8852-4DF1-AB2F-1A1F6472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6E74A-D08E-4A95-97A8-47A0534F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91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8460-73BA-45E6-8774-C14A3D02D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1F325-4E40-410B-A32A-AFFD55B07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678DC-2DA9-4190-BED3-67FE6367B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33324-45E6-44F9-903C-6119A9B5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DF2AD-FC63-4694-A355-93431AB4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0E7B8-D1BB-4022-BE38-9D117DEB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71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CBC6-D192-433B-B422-5E1D297C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F67917-4520-4C42-83D0-A47393C44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FA989-B3E2-4D95-88C0-2566F0FBF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A5448-0BDE-4D54-96AC-1BBD3AF1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8134B-34F3-4BD6-A4FA-76F96E60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78FA1-8F31-460D-815F-9DF46295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8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692A-F71D-4CD1-8912-3925AD1D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11460-AA83-4523-B5D4-29A4CEE38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7D481-7C6A-41B8-9508-0FEB5EDD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A7891-B8DC-4C09-B05D-D76ABE04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4365E-6423-4EAE-A7C5-014DA230A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6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59B0F-EF66-4BD0-B204-D283A818A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AD4B7-10CA-469A-8428-2BF818BE2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F088A-C0CD-4F59-88A5-8ABF42D9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24ECA-FCBE-46DC-921D-5C73A899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D93C3-C891-49E1-8CAC-5C0B083B1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28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E83F9-DFB1-45EF-8888-510DAC3A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056C3-604C-4F5C-B451-B73613280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7B183-76FA-4C6B-A658-4E8EF04E7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60C95-76BC-45E7-8420-0D4BD89F9C5B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5AD9D-0948-4FD5-9FDD-AB503CB01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94806-7EE5-4EB0-81B8-9187DF7BB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1660C-BD68-4CF9-AABD-C92546DBE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94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23BDA1-D413-41F0-838F-5862AF96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Title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0C2A77-9F75-4424-8921-4DEF02541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your group members</a:t>
            </a:r>
          </a:p>
        </p:txBody>
      </p:sp>
    </p:spTree>
    <p:extLst>
      <p:ext uri="{BB962C8B-B14F-4D97-AF65-F5344CB8AC3E}">
        <p14:creationId xmlns:p14="http://schemas.microsoft.com/office/powerpoint/2010/main" val="351929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F613-AD52-4750-A11C-A04E9A7ED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511BA-05F8-41FF-8BBA-46A20BD3B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question</a:t>
            </a:r>
          </a:p>
          <a:p>
            <a:pPr lvl="1"/>
            <a:r>
              <a:rPr lang="en-US" dirty="0"/>
              <a:t>Identify the big ideas, key constructs for your study</a:t>
            </a:r>
          </a:p>
          <a:p>
            <a:r>
              <a:rPr lang="en-US" dirty="0"/>
              <a:t>Review background material</a:t>
            </a:r>
          </a:p>
          <a:p>
            <a:pPr lvl="1"/>
            <a:r>
              <a:rPr lang="en-US" dirty="0"/>
              <a:t>Describe their methodology and finding</a:t>
            </a:r>
          </a:p>
          <a:p>
            <a:r>
              <a:rPr lang="en-US" dirty="0"/>
              <a:t>Your Hypothesis</a:t>
            </a:r>
          </a:p>
          <a:p>
            <a:pPr lvl="1"/>
            <a:r>
              <a:rPr lang="en-US" dirty="0"/>
              <a:t>Indicate what elements from the prior work you are using</a:t>
            </a:r>
          </a:p>
          <a:p>
            <a:pPr lvl="1"/>
            <a:r>
              <a:rPr lang="en-US" dirty="0"/>
              <a:t>Indicate what new idea you are adding</a:t>
            </a:r>
          </a:p>
          <a:p>
            <a:pPr lvl="2"/>
            <a:r>
              <a:rPr lang="en-US" dirty="0"/>
              <a:t>Include a background reference here if relevant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544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9F86-C621-43A3-A077-67265AB4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D4873-D8C9-45D6-86FB-1ADC961A3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Planned or actual recruiting approach</a:t>
            </a:r>
          </a:p>
          <a:p>
            <a:pPr lvl="1"/>
            <a:r>
              <a:rPr lang="en-US" dirty="0"/>
              <a:t>Including target number of participants</a:t>
            </a:r>
          </a:p>
          <a:p>
            <a:r>
              <a:rPr lang="en-US" dirty="0"/>
              <a:t>Materials</a:t>
            </a:r>
          </a:p>
          <a:p>
            <a:pPr lvl="1"/>
            <a:r>
              <a:rPr lang="en-US" dirty="0"/>
              <a:t>Examples from your online surveys are often helpful</a:t>
            </a:r>
          </a:p>
          <a:p>
            <a:r>
              <a:rPr lang="en-US" dirty="0"/>
              <a:t>Overall design</a:t>
            </a:r>
          </a:p>
          <a:p>
            <a:pPr lvl="1"/>
            <a:r>
              <a:rPr lang="en-US" dirty="0"/>
              <a:t>Describe the two factors and the levels of each</a:t>
            </a:r>
          </a:p>
          <a:p>
            <a:pPr lvl="1"/>
            <a:r>
              <a:rPr lang="en-US" dirty="0"/>
              <a:t>Explain your DV and how it will be calculated</a:t>
            </a:r>
          </a:p>
        </p:txBody>
      </p:sp>
    </p:spTree>
    <p:extLst>
      <p:ext uri="{BB962C8B-B14F-4D97-AF65-F5344CB8AC3E}">
        <p14:creationId xmlns:p14="http://schemas.microsoft.com/office/powerpoint/2010/main" val="30686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BDED-9A42-45BC-A964-B012AEEE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E19F1-71A5-4C5E-A3C4-40A6D6AD0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data, even partial, make a figure to show progress</a:t>
            </a:r>
          </a:p>
          <a:p>
            <a:pPr lvl="1"/>
            <a:r>
              <a:rPr lang="en-US" dirty="0"/>
              <a:t>2x2 bar or line graph</a:t>
            </a:r>
          </a:p>
          <a:p>
            <a:pPr lvl="2"/>
            <a:r>
              <a:rPr lang="en-US" dirty="0"/>
              <a:t>SE bars if possible</a:t>
            </a:r>
          </a:p>
          <a:p>
            <a:pPr lvl="1"/>
            <a:r>
              <a:rPr lang="en-US" dirty="0"/>
              <a:t>Review any unexpected surprises or challenges in the data collection process</a:t>
            </a:r>
          </a:p>
          <a:p>
            <a:pPr lvl="1"/>
            <a:endParaRPr lang="en-US" dirty="0"/>
          </a:p>
          <a:p>
            <a:r>
              <a:rPr lang="en-US" dirty="0"/>
              <a:t>If you do not yet have data, illustrate your hypotheses</a:t>
            </a:r>
          </a:p>
          <a:p>
            <a:pPr lvl="1"/>
            <a:r>
              <a:rPr lang="en-US" dirty="0"/>
              <a:t>Diagram or sketch your predictions for your study</a:t>
            </a:r>
          </a:p>
          <a:p>
            <a:pPr lvl="1"/>
            <a:r>
              <a:rPr lang="en-US" dirty="0"/>
              <a:t>Explain the rationale</a:t>
            </a:r>
          </a:p>
        </p:txBody>
      </p:sp>
    </p:spTree>
    <p:extLst>
      <p:ext uri="{BB962C8B-B14F-4D97-AF65-F5344CB8AC3E}">
        <p14:creationId xmlns:p14="http://schemas.microsoft.com/office/powerpoint/2010/main" val="90394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0D56-F25F-43A5-8F8E-D9B4AEE4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591F2-4F8E-4632-81ED-DA0E51130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data, connect them to your hypotheses</a:t>
            </a:r>
          </a:p>
          <a:p>
            <a:r>
              <a:rPr lang="en-US" dirty="0"/>
              <a:t>If you do not yet have data, explain how the data will test your hypotheses</a:t>
            </a:r>
          </a:p>
          <a:p>
            <a:endParaRPr lang="en-US" dirty="0"/>
          </a:p>
          <a:p>
            <a:r>
              <a:rPr lang="en-US" dirty="0"/>
              <a:t>Consider limitations of the design details</a:t>
            </a:r>
          </a:p>
          <a:p>
            <a:pPr lvl="1"/>
            <a:r>
              <a:rPr lang="en-US" dirty="0"/>
              <a:t>Necessary accommodations for experimental control, online data collection</a:t>
            </a:r>
          </a:p>
          <a:p>
            <a:r>
              <a:rPr lang="en-US" dirty="0"/>
              <a:t>Consider broader implications</a:t>
            </a:r>
          </a:p>
          <a:p>
            <a:pPr lvl="1"/>
            <a:r>
              <a:rPr lang="en-US" dirty="0"/>
              <a:t>What is this kind of research telling us about the big ideas, constructs</a:t>
            </a:r>
          </a:p>
        </p:txBody>
      </p:sp>
    </p:spTree>
    <p:extLst>
      <p:ext uri="{BB962C8B-B14F-4D97-AF65-F5344CB8AC3E}">
        <p14:creationId xmlns:p14="http://schemas.microsoft.com/office/powerpoint/2010/main" val="2404369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210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Project Title Here</vt:lpstr>
      <vt:lpstr>Introduction</vt:lpstr>
      <vt:lpstr>Methods</vt:lpstr>
      <vt:lpstr>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Reber</dc:creator>
  <cp:lastModifiedBy>Paul Reber</cp:lastModifiedBy>
  <cp:revision>3</cp:revision>
  <dcterms:created xsi:type="dcterms:W3CDTF">2020-11-18T16:12:44Z</dcterms:created>
  <dcterms:modified xsi:type="dcterms:W3CDTF">2024-11-15T21:49:50Z</dcterms:modified>
</cp:coreProperties>
</file>