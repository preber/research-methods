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97" r:id="rId3"/>
    <p:sldId id="299" r:id="rId4"/>
    <p:sldId id="298" r:id="rId5"/>
    <p:sldId id="260" r:id="rId6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93" d="100"/>
          <a:sy n="93" d="100"/>
        </p:scale>
        <p:origin x="2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591DC631-3D3D-49F1-A432-84A63795B8D6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283CE3CB-4FA8-4A09-AC71-0C9F1BAB7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36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9537-EBB6-390B-B771-8E6DDB4E2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FE58B-4A5C-D40F-9531-CF21AA176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C2BC0-3873-0D81-70A1-A04B7DCBB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D0CB0-5259-4707-E57A-FA9EF316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1E162-533B-81C6-6A9D-FC70B4BB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5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2F437-C6DC-324F-8779-94C64E6E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2926A-A2F7-AEDC-BE40-08F17F347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A376-235F-80E6-21C9-8144A5F7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AD51E-711F-A084-B5CC-1F89D941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6B166-8A8D-BC14-FDA7-38FCA33D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3A72-C582-32ED-3EDB-BA2D5EB38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7E0B2-81DF-3720-2018-C4E95523A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E6F45-3189-AC5F-8436-4052A0F4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DE3B8-C87E-7666-0A99-556215E82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D8041-4A6A-8001-640F-DF62D4A5D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03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A36F-9A18-6143-DA96-0F36C739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9548D-9128-7997-2156-A7BE17E5B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23ADA-721A-1A9C-660F-5F3C780E5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6B7A1-E642-1B59-6521-CE0200FD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AF3A6-5A9D-0AA0-6BC7-2B41E1FB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F535A-0795-0575-1728-6EA24883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0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95B95-6874-42ED-1DD6-BCD935F18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81E7A-ADF5-8BA5-B821-D40F9F2EF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C9510-FDFA-CDEE-B058-600F09B04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1E563-D53C-218B-FA61-619D09E7C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CE5C9-F0BD-7C1B-FA0B-7593DA67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ED60E-8C12-F078-5205-9E9841714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72A90-1D96-C40B-16A7-94CA8060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190CF-CD7F-C890-0B5E-79241D6E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29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0356-2119-B650-94B6-4AB0DE5F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2EB66E-69B0-6753-688B-69D9587DD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B5525-F2D2-B60A-E86D-D2761F50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16FFC-3311-A05B-4942-27BF1A46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10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942A0E-9B89-71D4-4501-EA469932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2D730-D5A1-302C-FDBA-D2B90F20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4D5E5-BF46-EAE9-75C9-734D2969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3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7111-8A05-95D3-83C2-F8B06F0E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80E5C-9ECB-ED1C-8E30-6989A6392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C4B2C-7C66-EB1C-88B4-A86C25302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CCBAB-3F7C-D0AE-AD29-DC0515CC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9A6D4-4315-9ED9-3FE6-D4703FD2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64C5F-F5E6-DB7F-DBBD-6F07ECDEC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9AF4-E5B3-6D6D-6CCB-A7ABEE02F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BE12F-40C9-9A30-A9B4-7AD76309F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545A6-A8E9-863C-4306-C604ACEE0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04A46-A311-712A-ACC9-5108EAB6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7A957-D241-6950-3F21-4776AD194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004F1-03BC-0008-8529-9FD65E66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35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0F93-1ABA-22D0-7B5B-E4B1B43F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39E77-BA6D-3DAC-4CD4-4F7BC10ED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11F3-1233-85B6-4CA0-0863876E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E5983-DA17-8C4E-0D61-57DF3261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A509-F99A-B815-48AC-A108AE27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97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BAEC80-A362-5835-C884-8CABB1A09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B6628-C30D-7010-4285-707B1224F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21180-BC96-434F-42D8-B90432E6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E3CC2-D1D9-7690-16E1-0DCDFBC2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15F44-42D9-CC7F-1410-F1824079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6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5DF121-A728-8A7F-ED71-54C8BAA30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CB696-561C-7FA3-AADF-D12156B54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B14BC-75A9-A625-2AA0-69683EF23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85D94-39CF-4B52-B4FA-541810832B4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35CC9-AC29-39D9-1DDA-F595D28E9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1D7DA-8670-0753-D094-BA2CDEE17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7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45C600-9206-67AB-DC8D-F9131F234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205 Oct 21, Class 11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2DFC24-ABED-21D8-9FA0-CD39B7278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Planning Experiment 2</a:t>
            </a:r>
          </a:p>
          <a:p>
            <a:endParaRPr lang="en-US"/>
          </a:p>
          <a:p>
            <a:r>
              <a:rPr lang="en-US" dirty="0"/>
              <a:t>Chapter 10</a:t>
            </a:r>
          </a:p>
          <a:p>
            <a:pPr lvl="1"/>
            <a:r>
              <a:rPr lang="en-US" dirty="0"/>
              <a:t>2x2 results, main effects and interactions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719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D0CCD4-21BC-9A15-FC0D-64643A707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5CADF3-EA62-1946-8E67-5E30892D7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Feedback &amp; Suggestions?</a:t>
            </a:r>
          </a:p>
          <a:p>
            <a:endParaRPr lang="en-US" dirty="0"/>
          </a:p>
          <a:p>
            <a:r>
              <a:rPr lang="en-US" dirty="0"/>
              <a:t>Hypotheses/Predictions</a:t>
            </a:r>
          </a:p>
          <a:p>
            <a:r>
              <a:rPr lang="en-US" dirty="0"/>
              <a:t>What might be the main effect of Meaning?</a:t>
            </a:r>
          </a:p>
          <a:p>
            <a:r>
              <a:rPr lang="en-US" dirty="0"/>
              <a:t>What might be the main effect of Encoding?</a:t>
            </a:r>
          </a:p>
          <a:p>
            <a:r>
              <a:rPr lang="en-US" dirty="0"/>
              <a:t>What interactions might we see?</a:t>
            </a:r>
          </a:p>
        </p:txBody>
      </p:sp>
    </p:spTree>
    <p:extLst>
      <p:ext uri="{BB962C8B-B14F-4D97-AF65-F5344CB8AC3E}">
        <p14:creationId xmlns:p14="http://schemas.microsoft.com/office/powerpoint/2010/main" val="1234447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2DA7-0C28-9E90-C03B-7CDD510C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Rating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3D8DA-EB45-9361-C6C6-62914BDD7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encoding</a:t>
            </a:r>
          </a:p>
          <a:p>
            <a:r>
              <a:rPr lang="en-US" dirty="0"/>
              <a:t>Liking rating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Shallow encoding</a:t>
            </a:r>
          </a:p>
          <a:p>
            <a:r>
              <a:rPr lang="en-US" dirty="0"/>
              <a:t>Most prominent color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2C5C8B-BBB0-AC1F-62CE-6FB68F165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03" y="1509713"/>
            <a:ext cx="7210425" cy="2066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E8C5FC-69D1-CE48-4C21-906A9F861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252" y="4597400"/>
            <a:ext cx="69437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69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DF303-5E78-93FE-32AD-8B32D430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 Design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742BCF92-813F-369E-EA12-F1B1E18737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8685811" cy="485635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11132">
                  <a:extLst>
                    <a:ext uri="{9D8B030D-6E8A-4147-A177-3AD203B41FA5}">
                      <a16:colId xmlns:a16="http://schemas.microsoft.com/office/drawing/2014/main" val="2604552184"/>
                    </a:ext>
                  </a:extLst>
                </a:gridCol>
                <a:gridCol w="1811132">
                  <a:extLst>
                    <a:ext uri="{9D8B030D-6E8A-4147-A177-3AD203B41FA5}">
                      <a16:colId xmlns:a16="http://schemas.microsoft.com/office/drawing/2014/main" val="3664444023"/>
                    </a:ext>
                  </a:extLst>
                </a:gridCol>
                <a:gridCol w="1827003">
                  <a:extLst>
                    <a:ext uri="{9D8B030D-6E8A-4147-A177-3AD203B41FA5}">
                      <a16:colId xmlns:a16="http://schemas.microsoft.com/office/drawing/2014/main" val="463607112"/>
                    </a:ext>
                  </a:extLst>
                </a:gridCol>
                <a:gridCol w="1827003">
                  <a:extLst>
                    <a:ext uri="{9D8B030D-6E8A-4147-A177-3AD203B41FA5}">
                      <a16:colId xmlns:a16="http://schemas.microsoft.com/office/drawing/2014/main" val="2125234978"/>
                    </a:ext>
                  </a:extLst>
                </a:gridCol>
                <a:gridCol w="1409541">
                  <a:extLst>
                    <a:ext uri="{9D8B030D-6E8A-4147-A177-3AD203B41FA5}">
                      <a16:colId xmlns:a16="http://schemas.microsoft.com/office/drawing/2014/main" val="4290430288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Meaningful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243908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Abstract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Object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9670532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Encoding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Shallow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atha" panose="020B0604020202020204" pitchFamily="34" charset="0"/>
                        </a:rPr>
                        <a:t>Color?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atha" panose="020B0604020202020204" pitchFamily="34" charset="0"/>
                        </a:rPr>
                        <a:t>Color?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3728225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Deep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atha" panose="020B0604020202020204" pitchFamily="34" charset="0"/>
                        </a:rPr>
                        <a:t>Liking?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atha" panose="020B0604020202020204" pitchFamily="34" charset="0"/>
                        </a:rPr>
                        <a:t>Liking?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6125194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1898838"/>
                  </a:ext>
                </a:extLst>
              </a:tr>
            </a:tbl>
          </a:graphicData>
        </a:graphic>
      </p:graphicFrame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08A6BCE7-F398-DB6F-FFCC-58FCDB54E2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2598" y="3062451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2DF8BF1C-6EB7-08AE-E1B4-ABAFC55EEB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2598" y="4665825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29CCB0-4F52-5B80-8705-F2572A0533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590"/>
          <a:stretch/>
        </p:blipFill>
        <p:spPr>
          <a:xfrm>
            <a:off x="5003965" y="3086100"/>
            <a:ext cx="688820" cy="685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ABBE42-D612-C642-9CB6-12F99CF65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590"/>
          <a:stretch/>
        </p:blipFill>
        <p:spPr>
          <a:xfrm>
            <a:off x="5008508" y="4689475"/>
            <a:ext cx="68882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5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AD76-78AD-7535-DFA5-CFE593C8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Wed Oct 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3FE10-86A7-690D-A838-FD2AF1979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11: External Validity, Sampling</a:t>
            </a:r>
          </a:p>
          <a:p>
            <a:pPr lvl="1"/>
            <a:r>
              <a:rPr lang="en-US" dirty="0"/>
              <a:t>Short introduction to the general idea</a:t>
            </a:r>
          </a:p>
          <a:p>
            <a:pPr lvl="1"/>
            <a:endParaRPr lang="en-US" dirty="0"/>
          </a:p>
          <a:p>
            <a:r>
              <a:rPr lang="en-US" dirty="0" err="1"/>
              <a:t>Assefi</a:t>
            </a:r>
            <a:r>
              <a:rPr lang="en-US" dirty="0"/>
              <a:t> &amp; Garry (2003).  More 2x2 design practice.</a:t>
            </a:r>
          </a:p>
          <a:p>
            <a:endParaRPr lang="en-US" dirty="0"/>
          </a:p>
          <a:p>
            <a:r>
              <a:rPr lang="en-US" dirty="0"/>
              <a:t>Collect data for Experiment 2</a:t>
            </a:r>
          </a:p>
          <a:p>
            <a:pPr lvl="1"/>
            <a:r>
              <a:rPr lang="en-US" dirty="0"/>
              <a:t>Try to get 4 people to volunteer to try the study</a:t>
            </a:r>
          </a:p>
          <a:p>
            <a:pPr lvl="2"/>
            <a:r>
              <a:rPr lang="en-US" dirty="0"/>
              <a:t>Submit completion codes if they provide them</a:t>
            </a:r>
          </a:p>
          <a:p>
            <a:pPr lvl="1"/>
            <a:r>
              <a:rPr lang="en-US" dirty="0"/>
              <a:t>Deadline: Friday night</a:t>
            </a:r>
          </a:p>
          <a:p>
            <a:pPr lvl="2"/>
            <a:r>
              <a:rPr lang="en-US" dirty="0"/>
              <a:t>Assignment extended through weekend if needed</a:t>
            </a:r>
          </a:p>
        </p:txBody>
      </p:sp>
    </p:spTree>
    <p:extLst>
      <p:ext uri="{BB962C8B-B14F-4D97-AF65-F5344CB8AC3E}">
        <p14:creationId xmlns:p14="http://schemas.microsoft.com/office/powerpoint/2010/main" val="3743662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22576</TotalTime>
  <Words>141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205 Oct 21, Class 11</vt:lpstr>
      <vt:lpstr>Experiment 2</vt:lpstr>
      <vt:lpstr>Rating scales</vt:lpstr>
      <vt:lpstr>Experiment 2 Design</vt:lpstr>
      <vt:lpstr>For Wed Oct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Oct 19, Class 13</dc:title>
  <dc:creator>Paul Reber</dc:creator>
  <cp:lastModifiedBy>Paul Reber</cp:lastModifiedBy>
  <cp:revision>12</cp:revision>
  <cp:lastPrinted>2022-10-19T16:24:30Z</cp:lastPrinted>
  <dcterms:created xsi:type="dcterms:W3CDTF">2022-10-19T05:52:59Z</dcterms:created>
  <dcterms:modified xsi:type="dcterms:W3CDTF">2025-10-24T14:37:38Z</dcterms:modified>
</cp:coreProperties>
</file>